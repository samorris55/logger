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113A1-E823-48BE-8630-E4629EFEA5CA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38829-1566-4C5C-BEC5-584660637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9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38829-1566-4C5C-BEC5-584660637E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6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7A77-45FE-129D-30D6-3F0CFBC4A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1F9EB-532C-FD74-9EA0-F19D6AAD0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35773-5F47-46C3-08D6-244606D0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C750E-F25C-CA5B-7DE2-7E30300E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FAC96-486C-42B0-A28A-3C479791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8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EC29-7D53-1824-628F-F7439978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AE31-A3CE-3404-36B2-CE4484B4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7DFBF-AA84-62A3-5630-4587B5CB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6187D-4AE9-AAA9-0426-CC5E632E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8B67-2677-CD54-AA0A-8AB49487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3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D8C42-EA78-8D93-0AD9-693FB8B7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15247-7B0E-6E81-AFCE-4C1571680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38222-7542-FCAC-DE85-01CAF8A1B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836B1-FA49-F54D-E2E0-76C3CEF4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D297-20DD-9831-55FF-D27A80E5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93F8-022D-3C24-F093-2AE31D13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4A73D-3884-42B3-04D9-4813B0963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3F23E-8E39-1A2E-482D-4EEBD861D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F1BB5-28E8-A6BC-D50E-2BE7B0B8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4C03A-F5A0-D38A-D4D0-8F218FB6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EBE1A-56D6-2D64-5E12-2E717DC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8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BB1D-70F1-8141-57E6-D95C0AD1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582FF-73BC-1280-309B-FB7A6B265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0652A-A12F-E7FE-71CE-D83634ACC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7C67D-2184-5568-C63B-B4AC6DBA9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1D35C-E5A9-C7D3-515D-FDA1ACDC4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88531-BFFF-B9D8-B1EA-A9437962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7F6A4-585B-6D6C-212C-DD57A479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2884A-47A4-D522-E9B8-312E4106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2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E034-1C8D-7B04-ED42-06D31B38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45F97-184B-DD6A-E056-EAA69D15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DA9A1-E8A2-C80D-08EF-68A80F466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9892E-57B9-917D-7195-7018B34C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5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190AD-6F32-66E2-3BA2-6F19D37F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E0517-7F3F-8C5E-75AA-4E6FCD67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2BE25-3519-3A6D-3685-1292674B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5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7F06-8DA6-CDA3-2235-15354A18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564D-AD73-E60C-C091-E290CAE9D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2EF6D-F42C-D299-EB39-3ABF6AE9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5C4D9-0586-7ABD-1D0E-40E51200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82AA9-B5B1-BAF0-15AB-31140AA4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F5909-D622-6E89-A715-85B584BA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3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B17E-6708-CD13-AAC8-3EAE152A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93179-D1F0-DCDB-1017-713E861C0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97FCF-551A-8E7C-49C7-7E742217A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6B8E4-52D3-C1C6-C823-AB6EFA24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86D4B-AE1D-D298-C3C1-6C8CC4F2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1E0D3-B785-78ED-18E8-941B31CB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9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D8AB-DE30-A5E5-5267-AFAAA61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999AD-9DB7-9118-F573-F2ADD414C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47286-071D-B83B-388F-EEAFDA83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C2BA-A725-E70E-265A-E5EB12A4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67206-0505-2392-E8A2-1D98C197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4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51C44-19D5-217E-0C54-EEEAB1488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9C9C5-1FF2-02BC-F874-4DE317BB9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13847-919F-96A2-7B32-AFA78241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C558-012F-3EEA-44F6-5D3C2CF3D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B3B75-1F5B-FE71-E38E-090206BF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2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1FA3D-8C90-8DD5-64D2-4D77B8A7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CA022-79D8-61D1-7E30-E40CC59F0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17125-2417-1FD4-9938-82DEBA13B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A31FE-5431-4EEF-9CD8-13E9C66A173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0B66-E0A5-E7BE-5C86-DED469469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0FFA3-495F-BE5D-5170-24A7BD79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A22E6-92F7-4638-9B2E-9521AE55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3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shows a table with various electronic components and devices, including a breadboard, wires, a microSD card adapter, and a warning sign about electrical hazards.&#10;&#10;AI-generated content may be incorrect.">
            <a:extLst>
              <a:ext uri="{FF2B5EF4-FFF2-40B4-BE49-F238E27FC236}">
                <a16:creationId xmlns:a16="http://schemas.microsoft.com/office/drawing/2014/main" id="{B50CC1C3-6D30-DAA8-B03F-A01D9921B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12" t="26526" b="20422"/>
          <a:stretch>
            <a:fillRect/>
          </a:stretch>
        </p:blipFill>
        <p:spPr>
          <a:xfrm>
            <a:off x="1645920" y="0"/>
            <a:ext cx="91500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94D751-B47C-978B-CD75-8292E7866D47}"/>
              </a:ext>
            </a:extLst>
          </p:cNvPr>
          <p:cNvSpPr txBox="1"/>
          <p:nvPr/>
        </p:nvSpPr>
        <p:spPr>
          <a:xfrm>
            <a:off x="5568215" y="5899805"/>
            <a:ext cx="24351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SPI microSD breakout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194928-FE6A-B815-2479-2FF3EEEF906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785811" y="4908606"/>
            <a:ext cx="986589" cy="99119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7399F4-0AB5-2CB3-E836-B39581E34857}"/>
              </a:ext>
            </a:extLst>
          </p:cNvPr>
          <p:cNvSpPr txBox="1"/>
          <p:nvPr/>
        </p:nvSpPr>
        <p:spPr>
          <a:xfrm>
            <a:off x="3784654" y="4093004"/>
            <a:ext cx="208836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ESP32-S3-DevKitC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D7798-ABB2-78AF-7243-1AD0FDF5B7D1}"/>
              </a:ext>
            </a:extLst>
          </p:cNvPr>
          <p:cNvCxnSpPr>
            <a:cxnSpLocks/>
          </p:cNvCxnSpPr>
          <p:nvPr/>
        </p:nvCxnSpPr>
        <p:spPr>
          <a:xfrm flipV="1">
            <a:off x="5873015" y="3930842"/>
            <a:ext cx="619225" cy="34682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CA8E53-572D-79C6-229F-812ADA9D677F}"/>
              </a:ext>
            </a:extLst>
          </p:cNvPr>
          <p:cNvSpPr txBox="1"/>
          <p:nvPr/>
        </p:nvSpPr>
        <p:spPr>
          <a:xfrm>
            <a:off x="8497343" y="1145032"/>
            <a:ext cx="28960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SSD1306 128×64 I²C OLED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B03131-DC36-080F-63C4-2165E1667E3E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8741664" y="1514364"/>
            <a:ext cx="1203720" cy="92708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72BDC5-26D8-F725-5DEC-36AF1050F43C}"/>
              </a:ext>
            </a:extLst>
          </p:cNvPr>
          <p:cNvSpPr txBox="1"/>
          <p:nvPr/>
        </p:nvSpPr>
        <p:spPr>
          <a:xfrm>
            <a:off x="7895483" y="280101"/>
            <a:ext cx="22726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DS3231 RTC module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8ADED1-5EF5-E8AB-2D69-AA0BFA33220C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7298027" y="464767"/>
            <a:ext cx="597456" cy="4250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DD84C86-F687-E853-A297-5A2F217BEEB1}"/>
              </a:ext>
            </a:extLst>
          </p:cNvPr>
          <p:cNvSpPr txBox="1"/>
          <p:nvPr/>
        </p:nvSpPr>
        <p:spPr>
          <a:xfrm>
            <a:off x="4959677" y="30972"/>
            <a:ext cx="227264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ADS1115 16-bit I²C ADC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9D86B5-7E3E-F136-1CE6-D34464C148DE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873015" y="677303"/>
            <a:ext cx="222985" cy="89286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D06119-4185-D7E4-6E5D-6957C65A7A52}"/>
              </a:ext>
            </a:extLst>
          </p:cNvPr>
          <p:cNvSpPr txBox="1"/>
          <p:nvPr/>
        </p:nvSpPr>
        <p:spPr>
          <a:xfrm>
            <a:off x="2816933" y="2919222"/>
            <a:ext cx="22726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INA226 I²C module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96CFC7-F7CC-C2FE-2A7F-14CDD43DA759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3953256" y="2152174"/>
            <a:ext cx="875578" cy="76704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2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94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19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Morris</dc:creator>
  <cp:lastModifiedBy>Steven Morris</cp:lastModifiedBy>
  <cp:revision>1</cp:revision>
  <dcterms:created xsi:type="dcterms:W3CDTF">2026-03-08T02:18:22Z</dcterms:created>
  <dcterms:modified xsi:type="dcterms:W3CDTF">2026-03-08T04:59:09Z</dcterms:modified>
</cp:coreProperties>
</file>